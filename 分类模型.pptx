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4" r:id="rId2"/>
    <p:sldId id="275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分类模型" id="{8E957497-B430-415D-84AE-94DE7350E81B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15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8502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3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2307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4632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163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49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7417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291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4652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8519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88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86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把原始流水翻译成财务画像：输入与输出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银行流水是信审最重要的原料，但原料没有标签；模型把每笔交易翻译成收入与负债，支撑信审决策。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74920" y="1207008"/>
            <a:ext cx="9144" cy="48463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12064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为什么重要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澳洲 Responsible Lending 监管下，信审必须核实客户财务状况，核心公式 Serviceability = 收入 − 必要支出 − 负债还款；新客价值模型最重要的特征全部来自流水，老客风险模型里流水子模型占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68.25%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权重——流水翻译的质量，决定上层模型的天花板。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输入是什么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一个申请名下的全部银行流水。每笔交易只有 4 个信息——时间、金额、收支方向、一段文字描述（如 PAYROLL ACME PTY LTD、BILL PAY Fair Go Finance），没有任何现成的「这是工资 / 这是贷款」标签。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30906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每笔交易打上分类标签 + 交易对手（共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35 个类别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，如 Wages / SACC Loans / 消费）；② 收入流（月收入估算、预计下次发薪日）；③ 负债流——把外部金融机构的放款与还款交易，聚合成一条条「贷款档案」；④ 分类汇总成客户财务画像，下游据此计算可支配盈余、完成信审。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42793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42976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翻译示例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PAYROLL ACME PTY LTD → ACME 公司发放的工资，归入收入流；BILL PAY Fair Go Finance → 偿还 Fair Go Finance 的 SACC 贷款，归入负债流。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70448" y="1207008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输出示例——收入流（演示数据，非真实客户）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同一雇主的连续发薪被串成一条收入流——ACME 公司每两周发薪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A$2,600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，月收入估算约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A$5,600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，预计下次发薪 9 月 11 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70448" y="2103120"/>
            <a:ext cx="5742432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输出示例——负债流，核心能力（演示数据，非真实客户）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银行流水可以还原客户在外部机构的完整多头负债档案。例如 MoneySpot 给该客户发过 3 笔贷款——A$1,200（3月，已结清）、A$1,500（6月，已结清）、A$1,500（7月，在贷）；在贷这笔按 8 期计划、每期约 A$255，推算含费成本率约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36%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，属 SACC 高成本产品档。汇总到客户级：外部机构 3 家、在贷 3 笔（SACC 2 笔 + BNPL 1 笔）、近 90 天新借款 A$2,300。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096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70448" y="4069080"/>
            <a:ext cx="5742432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指标体系的丰富性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定价档位（从放款与还款节奏推算利率）、多头与负债压力（机构数、借款频率、剩余期数）、还款能力（月还款 / 月收入）、资金饥渴度（近 90 天新增借款）等，全部由流水客观还原，不依赖客户自报。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2432" y="4919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70448" y="4892040"/>
            <a:ext cx="5742432" cy="4057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在链路中的位置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IDA 发起申请 → IDP 调度 → 流水模型（BS-CAT）→ S-CALC 计算可支配盈余 → 风险模型与信审决策。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从流水还原收入与负债，把信审核实从「客户自报」升级为「流水客观还原」。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模型怎么工作、怎么运维：9 个工位的流水线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架构的本质，是把专家经验变成可改、可查、可回滚的规则资产——模型越用越准，而非交付后冻结。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架构——9 个工位依次过一遍流水：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每笔交易按顺序经过各工位，被最合适的工位认领并打上标签；收入、负债两个工位再把认领结果串成「流」。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700784"/>
            <a:ext cx="10899648" cy="6400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607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原始流水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8315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56362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① 商户识别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070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5117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② 转账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826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3872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③ 拒付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4581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④ 收入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336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513832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⑤ 负债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2091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0138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⑥ 其他进账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846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8893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⑦ 费用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9602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47648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⑧ 房租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57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46404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⑨ 兜底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37112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45159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分类结果 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收入/负债流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2560320"/>
            <a:ext cx="9144" cy="246888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12064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2560320"/>
            <a:ext cx="4297680" cy="8000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设计思考①：为什么用「规则 + 知识库」，而不是训练一个算法模型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信贷场景的刚需是可解释、可审计：每一笔交易为什么这样分类，都能指到具体规则，被拒客户申诉与监管检查都需要；变更成本极低：改一条规则就是改一行 Excel，不用重新训练、重新部署；能力随业务累积：商户库已滚到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，模型随使用越滚越强。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3977639"/>
            <a:ext cx="42976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设计思考②：为什么拆成 9 个工位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职责单一，问题能定位到具体工位；互不干扰：改负债规则不会误伤收入识别；类别冲突靠「顺序 + 保护规则」解决：收入是信审最重要的信号，规则上保护它不被其他工位覆盖；每个工位独立测试、独立迭代，回归检查精确到工位层。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70448" y="2560320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设计思考③：为什么做四层基线回归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「最终结果没变」不等于「没影响」：某工位改了规则但没当上最终赢家，最终结果看不出变化，隐患会在未来爆发；四层回归（最终结果 / 各工位认领 / 配置指纹 / 汇总指标）让任何调整都可追溯、可回滚；这也是敢高频更新知识库的前提——更新便宜且安全。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70448" y="3977639"/>
            <a:ext cx="5742432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设计思考④：知识库就是这些 Excel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全部规则外置在 24 张规则表中，业务同事可以直接打开修改——最大的「商户库」已收录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澳洲商户，每行是「商户名 + 关键词变体 + 分类」；收入表定义工资识别模式；负债表收录贷款机构与产品类型；房租规则带置信度评分。改表即改规则，不用动代码。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5166360"/>
            <a:ext cx="5212080" cy="668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怎么运维：「2 人 + 1 个 AI 助手」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模型团队同学负责主动运维（质检监控、分类漂移与模型波动），并处理人审团队以 ticket 反馈的 case，给出解决方案与代码修改；AI 助手负责两类监测：分类异常波动与大量缺失的主动提示、市面上新商户的新增监测。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1616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99631" y="5166360"/>
            <a:ext cx="5212080" cy="5372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相对 illion 的收益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逻辑透明、问题可定位；粒度可控（SACC / Non-SACC / BNPL / LOC / EWA 可拆分）；口径可配置；Open Banking 等新数据源可直接接入。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" rIns="128016" bIns="18288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架构的每一项取舍都指向同一件事——让规则资产可持续演进：改得动、看得清、回得去。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571</Words>
  <Application>Microsoft Office PowerPoint</Application>
  <PresentationFormat>宽屏</PresentationFormat>
  <Paragraphs>47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微软雅黑</vt:lpstr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12</cp:revision>
  <dcterms:created xsi:type="dcterms:W3CDTF">2026-08-31T03:24:07Z</dcterms:created>
  <dcterms:modified xsi:type="dcterms:W3CDTF">2026-08-31T05:46:57Z</dcterms:modified>
</cp:coreProperties>
</file>