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754DD-1CA0-4A75-84B2-EE169E6ECE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995634-61EC-407C-A408-2BD9182A3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1E69A7-7FBF-4087-898A-792A21E6F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F72357-8342-4800-8182-1A30D5997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785A4E-2EE2-40FF-9489-F47F7C9D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032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4FFDE-E052-4236-9060-C77018DD7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E5720-FBBD-420F-B566-BBBB02BFD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59ECFF-7ADD-4123-9721-9E89DFED0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152C86-F620-4C0F-9B09-96CC92904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9BF80E-CD12-458A-A75F-3D1F0FF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71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B47848-0420-400B-92CA-CE3CA2A2F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E8A857-9C68-4ED9-B660-851F417A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244B29-F52F-4A27-9B36-39DE52AC8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BAC62D-4386-493B-B93E-3F4E9D1B0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13ED90-D6B7-4FCF-B99B-3EC64363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26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37D608-E42A-4583-9F42-283905895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F4B261-E093-445F-AE9E-690D40EF9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CFF082-A61F-41EB-AF5D-3A4B311E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FCB0E2-C587-4F46-9223-7344E772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020437-46FB-41AD-B7A8-1638771CD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049BEB-1C8E-4B0D-B8F9-CA1A5B20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72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B41633-C9FE-47C1-9579-E604DDAB8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4F98A3-C614-4207-B371-4F04CFD7B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B62E48-C07C-434B-AF72-9D1EBBD86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512AB08-768A-4D0F-9B5D-E9B2603AF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3B53F10-2E05-43C7-9A17-7FCBDA29E7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B225492-6002-4DB9-BCFA-12374BDD4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B958C05-673A-43AA-9FAA-76597C6C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1EF540D-2BFE-4D8E-BED4-E657CF06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732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A5273F-C1C6-44CA-8612-F5E12F463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CF13D6F-193B-44A7-88B8-D68DED143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3B0EC69-59EB-4E78-A7EF-C29A45B5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E3888D5-B66F-4874-87CD-932E951F1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6860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C5E2D7-7471-46B2-B5F9-5A0BEED3F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7B6A3-8EA5-4D6D-8B15-034C348BD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F5FE4F-CBF0-41F1-A68F-E3F72BECC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984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FD864-2D0D-46C4-AC7C-861204DB7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78E462-9F3F-4DBC-BE8D-153042AD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764BD8A-EEA1-4BEF-A3E1-3235A9C7E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CD59C1-E4D5-4F58-82CA-65FB7CAE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C12AF2-BF3D-485A-8260-A0294945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F46ABE6-2C32-44C1-B27D-D732B0B5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136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95360-8792-41A3-98BA-F8A5FC2D1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7D5EDE9-7E7A-4F80-B27B-0C6182DC0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3ACFFC-D619-4E0B-B8DD-FAF415560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2FC3CB-E6A3-4144-B33B-3470FF207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E25D13-8E55-412B-9045-4D75716C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761A62-CFCC-4881-8162-D5803DF1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21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220327-2F3F-40D8-AB9F-4B26D74C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0A5DCE-F139-4F94-820D-894F9429F0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E1D129-17D6-43A8-9A39-5CAF1946D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5CFFFC-097D-4367-9561-3FF2B43E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FE803F-6F87-4814-B853-4C5AD319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8D6441-9AFA-4027-B638-2D2500D1F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22ADC8-D6B1-4095-8E5E-F012FE471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17C8F9-802D-4D14-B964-95C044EEA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29BA93-B0CA-45E0-B232-18EA3AA5B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B2F42D-B2CF-4B67-B2DB-9AE1CA60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17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22115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287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4480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672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48294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51281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841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5721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1628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3042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062570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030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FEF61E3-6B03-4D97-9D40-123AD24DA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890FDA-FD28-4A8A-B706-C94FD7EBB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69FFB-6957-46C4-8D4C-4D01D3EE74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D48623-A6E8-415E-ACB4-18375ECEE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5201D0-BBB4-4E9D-A84E-6C0A4FB17F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283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878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2064" y="204007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澳大利亚现状、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规划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97828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规模增长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+NON SACC</a:t>
            </a:r>
            <a:r>
              <a:rPr lang="en-US" altLang="zh-CN" dirty="0">
                <a:solidFill>
                  <a:srgbClr val="606060"/>
                </a:solidFill>
                <a:latin typeface="微软雅黑"/>
                <a:ea typeface="微软雅黑"/>
              </a:rPr>
              <a:t> </a:t>
            </a:r>
            <a:r>
              <a:rPr lang="zh-CN" altLang="en-US" dirty="0">
                <a:solidFill>
                  <a:srgbClr val="606060"/>
                </a:solidFill>
                <a:latin typeface="微软雅黑"/>
                <a:ea typeface="微软雅黑"/>
              </a:rPr>
              <a:t>占比 风险维稳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9" name="Rectangle 3">
            <a:extLst>
              <a:ext uri="{FF2B5EF4-FFF2-40B4-BE49-F238E27FC236}">
                <a16:creationId xmlns:a16="http://schemas.microsoft.com/office/drawing/2014/main" id="{3F2EE22E-94BA-4E8D-BCFC-C8D1E970F0C3}"/>
              </a:ext>
            </a:extLst>
          </p:cNvPr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95799" y="4869144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b="1" dirty="0">
                <a:solidFill>
                  <a:srgbClr val="1A232D"/>
                </a:solidFill>
                <a:latin typeface="Microsoft YaHei"/>
              </a:rPr>
              <a:t>数据基建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58303" y="5278331"/>
            <a:ext cx="1476755" cy="41395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分类模型开发</a:t>
            </a:r>
            <a:endParaRPr lang="en-US" altLang="zh-CN" sz="1100" dirty="0">
              <a:solidFill>
                <a:srgbClr val="1A232D"/>
              </a:solidFill>
              <a:latin typeface="Microsoft YaHe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知识库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AI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智能体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70915" y="5696530"/>
            <a:ext cx="1476755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竞品追踪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AI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智能体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793006" y="4852922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投放市场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733571" y="5250757"/>
            <a:ext cx="1476755" cy="41395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A232D"/>
                </a:solidFill>
                <a:latin typeface="Microsoft YaHei"/>
              </a:rPr>
              <a:t>高价值用户回传包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投放归因追踪监控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734564" y="5673824"/>
            <a:ext cx="1476755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预算分配决策工具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9543754" y="4741128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风险管理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543754" y="5114976"/>
            <a:ext cx="2175510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PD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模型迭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代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43754" y="5377588"/>
            <a:ext cx="2046699" cy="2062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×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价值联合额度策略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AB3E199-8D58-44FD-B9F3-8A2A282D786C}"/>
              </a:ext>
            </a:extLst>
          </p:cNvPr>
          <p:cNvSpPr txBox="1"/>
          <p:nvPr/>
        </p:nvSpPr>
        <p:spPr>
          <a:xfrm>
            <a:off x="583639" y="5932247"/>
            <a:ext cx="149285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1100" dirty="0">
                <a:solidFill>
                  <a:srgbClr val="1A232D"/>
                </a:solidFill>
                <a:latin typeface="Microsoft YaHei"/>
              </a:rPr>
              <a:t>贷中银行流水的查询</a:t>
            </a:r>
          </a:p>
        </p:txBody>
      </p:sp>
      <p:sp>
        <p:nvSpPr>
          <p:cNvPr id="81" name="TextBox 41">
            <a:extLst>
              <a:ext uri="{FF2B5EF4-FFF2-40B4-BE49-F238E27FC236}">
                <a16:creationId xmlns:a16="http://schemas.microsoft.com/office/drawing/2014/main" id="{ACDC85F0-58BB-4524-A88E-38108B1B486E}"/>
              </a:ext>
            </a:extLst>
          </p:cNvPr>
          <p:cNvSpPr txBox="1"/>
          <p:nvPr/>
        </p:nvSpPr>
        <p:spPr>
          <a:xfrm>
            <a:off x="539496" y="1283435"/>
            <a:ext cx="166136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模型现状（主模型</a:t>
            </a:r>
            <a:r>
              <a:rPr kumimoji="0" lang="en-US" altLang="zh-CN" sz="1100" b="1" i="0" u="none" strike="noStrike" kern="1200" cap="none" spc="0" normalizeH="0" baseline="0" noProof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</a:t>
            </a:r>
            <a:r>
              <a:rPr kumimoji="0" lang="zh-CN" altLang="en-US" sz="1100" b="1" i="0" u="none" strike="noStrike" kern="1200" cap="none" spc="0" normalizeH="0" baseline="0" noProof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个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）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82" name="TextBox 41">
            <a:extLst>
              <a:ext uri="{FF2B5EF4-FFF2-40B4-BE49-F238E27FC236}">
                <a16:creationId xmlns:a16="http://schemas.microsoft.com/office/drawing/2014/main" id="{65BE194D-B781-4E44-B84A-C7A4B86C2085}"/>
              </a:ext>
            </a:extLst>
          </p:cNvPr>
          <p:cNvSpPr txBox="1"/>
          <p:nvPr/>
        </p:nvSpPr>
        <p:spPr>
          <a:xfrm>
            <a:off x="426916" y="4297791"/>
            <a:ext cx="94739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模型规划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9DE8C1-B51C-45C9-A2DC-963800A2D449}"/>
              </a:ext>
            </a:extLst>
          </p:cNvPr>
          <p:cNvSpPr txBox="1"/>
          <p:nvPr/>
        </p:nvSpPr>
        <p:spPr>
          <a:xfrm>
            <a:off x="3383103" y="2053185"/>
            <a:ext cx="12089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新客风险模型</a:t>
            </a:r>
            <a:r>
              <a:rPr lang="en-US" altLang="zh-CN" sz="1100" dirty="0"/>
              <a:t>1.0</a:t>
            </a:r>
            <a:endParaRPr lang="zh-CN" altLang="en-US" sz="11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3F2DA44-77A6-4100-B4AE-96741A0C8A08}"/>
              </a:ext>
            </a:extLst>
          </p:cNvPr>
          <p:cNvSpPr txBox="1"/>
          <p:nvPr/>
        </p:nvSpPr>
        <p:spPr>
          <a:xfrm>
            <a:off x="426916" y="2035811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老客风险主模型模型</a:t>
            </a:r>
            <a:r>
              <a:rPr lang="en-US" altLang="zh-CN" sz="1100" dirty="0"/>
              <a:t>1.0</a:t>
            </a:r>
            <a:endParaRPr lang="zh-CN" altLang="en-US" sz="11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723FA3-D765-403F-82A2-D910FBFC6EAD}"/>
              </a:ext>
            </a:extLst>
          </p:cNvPr>
          <p:cNvSpPr txBox="1"/>
          <p:nvPr/>
        </p:nvSpPr>
        <p:spPr>
          <a:xfrm>
            <a:off x="440471" y="248518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银行流水子模型模型</a:t>
            </a:r>
            <a:r>
              <a:rPr lang="en-US" altLang="zh-CN" sz="1100" dirty="0"/>
              <a:t>1.0</a:t>
            </a:r>
            <a:endParaRPr lang="zh-CN" altLang="en-US" sz="11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F89DD67-A7E5-47B6-AF98-F941C5E5C4BA}"/>
              </a:ext>
            </a:extLst>
          </p:cNvPr>
          <p:cNvSpPr txBox="1"/>
          <p:nvPr/>
        </p:nvSpPr>
        <p:spPr>
          <a:xfrm>
            <a:off x="426916" y="2929590"/>
            <a:ext cx="13500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行为子模型模型</a:t>
            </a:r>
            <a:r>
              <a:rPr lang="en-US" altLang="zh-CN" sz="1100" dirty="0"/>
              <a:t>1.0</a:t>
            </a:r>
            <a:endParaRPr lang="zh-CN" altLang="en-US" sz="11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FFF0D9-3F48-4B9C-B35C-84C176EC8FCE}"/>
              </a:ext>
            </a:extLst>
          </p:cNvPr>
          <p:cNvSpPr txBox="1"/>
          <p:nvPr/>
        </p:nvSpPr>
        <p:spPr>
          <a:xfrm>
            <a:off x="3508605" y="2531354"/>
            <a:ext cx="11224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Fundo</a:t>
            </a:r>
          </a:p>
          <a:p>
            <a:r>
              <a:rPr lang="en-US" altLang="zh-CN" sz="1100" dirty="0" err="1"/>
              <a:t>Wagego</a:t>
            </a:r>
            <a:r>
              <a:rPr lang="zh-CN" altLang="en-US" sz="1100" dirty="0"/>
              <a:t>已上线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C87FB95-8194-4963-ABC9-96E6CB46F0A2}"/>
              </a:ext>
            </a:extLst>
          </p:cNvPr>
          <p:cNvSpPr txBox="1"/>
          <p:nvPr/>
        </p:nvSpPr>
        <p:spPr>
          <a:xfrm>
            <a:off x="10643538" y="2035811"/>
            <a:ext cx="92685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价值模型</a:t>
            </a:r>
            <a:r>
              <a:rPr lang="en-US" altLang="zh-CN" sz="1100" dirty="0"/>
              <a:t>1.0</a:t>
            </a:r>
            <a:endParaRPr lang="zh-CN" altLang="en-US" sz="11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2FAC82C-9DF4-4AAD-8AC8-BC649D1AAFC6}"/>
              </a:ext>
            </a:extLst>
          </p:cNvPr>
          <p:cNvSpPr txBox="1"/>
          <p:nvPr/>
        </p:nvSpPr>
        <p:spPr>
          <a:xfrm>
            <a:off x="5488228" y="2053185"/>
            <a:ext cx="149111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老客复购意愿模型</a:t>
            </a:r>
            <a:r>
              <a:rPr lang="en-US" altLang="zh-CN" sz="1100" dirty="0"/>
              <a:t>1.0</a:t>
            </a:r>
            <a:endParaRPr lang="zh-CN" altLang="en-US" sz="11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8B52FF1-C6DE-4D7D-9ACD-B36B47E907AD}"/>
              </a:ext>
            </a:extLst>
          </p:cNvPr>
          <p:cNvSpPr txBox="1"/>
          <p:nvPr/>
        </p:nvSpPr>
        <p:spPr>
          <a:xfrm>
            <a:off x="7899264" y="2035811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老客风险主模型模型</a:t>
            </a:r>
            <a:r>
              <a:rPr lang="en-US" altLang="zh-CN" sz="1100" dirty="0"/>
              <a:t>2.0</a:t>
            </a:r>
            <a:endParaRPr lang="zh-CN" altLang="en-US" sz="1100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0FB9B41-2B99-4DBA-B7F2-11A244154E71}"/>
              </a:ext>
            </a:extLst>
          </p:cNvPr>
          <p:cNvSpPr txBox="1"/>
          <p:nvPr/>
        </p:nvSpPr>
        <p:spPr>
          <a:xfrm>
            <a:off x="7912819" y="248518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银行流水子模型模型</a:t>
            </a:r>
            <a:r>
              <a:rPr lang="en-US" altLang="zh-CN" sz="1100" dirty="0"/>
              <a:t>2.0</a:t>
            </a:r>
            <a:endParaRPr lang="zh-CN" altLang="en-US" sz="11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5EB1D6B-32A3-419B-803F-CFDF25B43D3A}"/>
              </a:ext>
            </a:extLst>
          </p:cNvPr>
          <p:cNvSpPr txBox="1"/>
          <p:nvPr/>
        </p:nvSpPr>
        <p:spPr>
          <a:xfrm>
            <a:off x="7899264" y="2929590"/>
            <a:ext cx="13500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行为子模型模型</a:t>
            </a:r>
            <a:r>
              <a:rPr lang="en-US" altLang="zh-CN" sz="1100" dirty="0"/>
              <a:t>2.0</a:t>
            </a:r>
            <a:endParaRPr lang="zh-CN" altLang="en-US" sz="11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7903-BA83-410B-A78D-B47287A6570B}"/>
              </a:ext>
            </a:extLst>
          </p:cNvPr>
          <p:cNvSpPr txBox="1"/>
          <p:nvPr/>
        </p:nvSpPr>
        <p:spPr>
          <a:xfrm>
            <a:off x="791599" y="1582092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2025</a:t>
            </a:r>
            <a:r>
              <a:rPr lang="zh-CN" altLang="en-US" dirty="0"/>
              <a:t>年</a:t>
            </a:r>
            <a:r>
              <a:rPr lang="en-US" altLang="zh-CN" dirty="0"/>
              <a:t>9</a:t>
            </a:r>
            <a:r>
              <a:rPr lang="zh-CN" altLang="en-US" dirty="0"/>
              <a:t>月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F53093E-37F5-420A-B05A-A3AC19651534}"/>
              </a:ext>
            </a:extLst>
          </p:cNvPr>
          <p:cNvSpPr txBox="1"/>
          <p:nvPr/>
        </p:nvSpPr>
        <p:spPr>
          <a:xfrm>
            <a:off x="3315921" y="1565301"/>
            <a:ext cx="1377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2025</a:t>
            </a:r>
            <a:r>
              <a:rPr lang="zh-CN" altLang="en-US" dirty="0"/>
              <a:t>年</a:t>
            </a:r>
            <a:r>
              <a:rPr lang="en-US" altLang="zh-CN" dirty="0"/>
              <a:t>11</a:t>
            </a:r>
            <a:r>
              <a:rPr lang="zh-CN" altLang="en-US" dirty="0"/>
              <a:t>月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515B50-008C-4C33-9120-61E1F10EC855}"/>
              </a:ext>
            </a:extLst>
          </p:cNvPr>
          <p:cNvSpPr txBox="1"/>
          <p:nvPr/>
        </p:nvSpPr>
        <p:spPr>
          <a:xfrm>
            <a:off x="5603445" y="1601610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2025</a:t>
            </a:r>
            <a:r>
              <a:rPr lang="zh-CN" altLang="en-US" dirty="0"/>
              <a:t>年</a:t>
            </a:r>
            <a:r>
              <a:rPr lang="en-US" altLang="zh-CN" dirty="0"/>
              <a:t>1</a:t>
            </a:r>
            <a:r>
              <a:rPr lang="zh-CN" altLang="en-US" dirty="0"/>
              <a:t>月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B75147A-6693-4443-9276-1D8FDAE75A3B}"/>
              </a:ext>
            </a:extLst>
          </p:cNvPr>
          <p:cNvSpPr txBox="1"/>
          <p:nvPr/>
        </p:nvSpPr>
        <p:spPr>
          <a:xfrm>
            <a:off x="7946553" y="1601776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1</a:t>
            </a:r>
            <a:r>
              <a:rPr lang="zh-CN" altLang="en-US" dirty="0"/>
              <a:t>月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07D04BF-56E1-4421-BE33-F31B9195A0E5}"/>
              </a:ext>
            </a:extLst>
          </p:cNvPr>
          <p:cNvSpPr txBox="1"/>
          <p:nvPr/>
        </p:nvSpPr>
        <p:spPr>
          <a:xfrm>
            <a:off x="10414240" y="1610077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6</a:t>
            </a:r>
            <a:r>
              <a:rPr lang="zh-CN" altLang="en-US" dirty="0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3758690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117</Words>
  <Application>Microsoft Office PowerPoint</Application>
  <PresentationFormat>宽屏</PresentationFormat>
  <Paragraphs>32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23</cp:revision>
  <dcterms:created xsi:type="dcterms:W3CDTF">2026-08-31T05:45:54Z</dcterms:created>
  <dcterms:modified xsi:type="dcterms:W3CDTF">2026-09-01T09:25:57Z</dcterms:modified>
</cp:coreProperties>
</file>