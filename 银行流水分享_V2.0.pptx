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/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80"/>
            <p14:sldId id="279"/>
          </p14:sldIdLst>
        </p14:section>
        <p14:section name="draft2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000"/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2026/8/11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</TotalTime>
  <Words>1202</Words>
  <Application>Microsoft Office PowerPoint</Application>
  <PresentationFormat>宽屏</PresentationFormat>
  <Paragraphs>357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微软雅黑 Light</vt:lpstr>
      <vt:lpstr>微软雅黑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159</cp:revision>
  <dcterms:modified xsi:type="dcterms:W3CDTF">2026-08-11T05:54:18Z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