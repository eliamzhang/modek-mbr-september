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70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20" d="100"/>
          <a:sy n="120" d="100"/>
        </p:scale>
        <p:origin x="15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1.xml"/><Relationship Id="rId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0754DD-1CA0-4A75-84B2-EE169E6ECE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A995634-61EC-407C-A408-2BD9182A32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11E69A7-7FBF-4087-898A-792A21E6F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DF72357-8342-4800-8182-1A30D5997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8785A4E-2EE2-40FF-9489-F47F7C9DE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00320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B4FFDE-E052-4236-9060-C77018DD7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93E5720-FBBD-420F-B566-BBBB02BFDD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F59ECFF-7ADD-4123-9721-9E89DFED0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C152C86-F620-4C0F-9B09-96CC92904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C9BF80E-CD12-458A-A75F-3D1F0FFCA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71039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DB47848-0420-400B-92CA-CE3CA2A2F4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6E8A857-9C68-4ED9-B660-851F417AD0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D244B29-F52F-4A27-9B36-39DE52AC84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DBAC62D-4386-493B-B93E-3F4E9D1B0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13ED90-D6B7-4FCF-B99B-3EC64363C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62671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37D608-E42A-4583-9F42-283905895D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1F4B261-E093-445F-AE9E-690D40EF99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DCFF082-A61F-41EB-AF5D-3A4B311EC8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DFCB0E2-C587-4F46-9223-7344E7726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020437-46FB-41AD-B7A8-1638771CD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5049BEB-1C8E-4B0D-B8F9-CA1A5B209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57288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B41633-C9FE-47C1-9579-E604DDAB8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24F98A3-C614-4207-B371-4F04CFD7B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2B62E48-C07C-434B-AF72-9D1EBBD860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512AB08-768A-4D0F-9B5D-E9B2603AF4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3B53F10-2E05-43C7-9A17-7FCBDA29E7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B225492-6002-4DB9-BCFA-12374BDD4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8B958C05-673A-43AA-9FAA-76597C6CE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1EF540D-2BFE-4D8E-BED4-E657CF063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47328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A5273F-C1C6-44CA-8612-F5E12F463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7CF13D6F-193B-44A7-88B8-D68DED143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43B0EC69-59EB-4E78-A7EF-C29A45B57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E3888D5-B66F-4874-87CD-932E951F1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46860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71C5E2D7-7471-46B2-B5F9-5A0BEED3F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B167B6A3-8EA5-4D6D-8B15-034C348BD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2F5FE4F-CBF0-41F1-A68F-E3F72BECC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519847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DDFD864-2D0D-46C4-AC7C-861204DB7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778E462-9F3F-4DBC-BE8D-153042AD28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764BD8A-EEA1-4BEF-A3E1-3235A9C7EC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1CD59C1-E4D5-4F58-82CA-65FB7CAE16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7C12AF2-BF3D-485A-8260-A029494513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F46ABE6-2C32-44C1-B27D-D732B0B56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4136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C95360-8792-41A3-98BA-F8A5FC2D1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27D5EDE9-7E7A-4F80-B27B-0C6182DC0A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93ACFFC-D619-4E0B-B8DD-FAF4155607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F2FC3CB-E6A3-4144-B33B-3470FF207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3E25D13-8E55-412B-9045-4D75716C6A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7761A62-CFCC-4881-8162-D5803DF17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032146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220327-2F3F-40D8-AB9F-4B26D74C4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B0A5DCE-F139-4F94-820D-894F9429F0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EE1D129-17D6-43A8-9A39-5CAF1946D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C5CFFFC-097D-4367-9561-3FF2B43E5A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6FE803F-6F87-4814-B853-4C5AD319B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3957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08D6441-9AFA-4027-B638-2D2500D1FE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322ADC8-D6B1-4095-8E5E-F012FE4716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217C8F9-802D-4D14-B964-95C044EEAE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C29BA93-B0CA-45E0-B232-18EA3AA5B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6B2F42D-B2CF-4B67-B2DB-9AE1CA602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16173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B8EBA2-80EF-4252-8597-048A45E2E1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B21FC56-6680-4AD6-82E5-88A11AFC2C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07AA0C1-447C-4AEA-81FA-9EB45857E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5CC9B75-A23F-4BC0-AF10-8E3B6D593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AF3BAF1-849E-4CFB-97FB-462B79C53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22115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348D98-575F-4B86-853A-5626FCCE7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51CB4C6-859B-47BA-B600-73580410DC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1BEAC3-78C5-45B7-A23B-249EC15E9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9A1087-075F-407E-BB28-CDF217CD0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6DC62BF-1010-4F72-A364-4192F2116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82875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A4CBB0-B952-49F8-A1B8-3979F30A3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9EC5F22-E42C-4263-A574-0CF3FB3269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779609-2E9A-498F-932D-68BAA7EBB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99CF08-A439-43B3-A3F9-168D0F5CD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8DFEC39-07FE-47BE-B8DE-2AFAE3D5E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244808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E2E4F4-0D12-4C67-A2DE-5D38CFD33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CEAA503-16B9-4CA8-8AA5-603157897F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68D83A5-8A38-40E5-AB3E-D4138C5D57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A0B2CC2-A96A-41D7-A4D7-A284B7D5A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3BBF648-B851-4DA5-953B-86578FBD0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CC2EA2-1228-4FAF-B547-0D8F31FE6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76722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7E7825-95FC-4C1A-AF5F-E36B597AB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FF39FAA-4C36-4CB6-A320-3DAC54092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CB609A8-1E92-437D-B0B0-6111310F1D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94226CF-A2B3-4B4E-9300-5E028ABA71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BB10009-1111-457E-B430-65E1C279A3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67E8ED2-908F-4B1A-8AE5-D192B1A89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49F550B-0F48-4318-996D-4884DECB1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28EED0F-6559-4C6F-9CA7-7770DD3D1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748294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16F64B-E647-4104-B1ED-F93F843D4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11D34E7-F38A-4F82-9AB6-F8589C899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B3AE06E-5BC2-49FC-AFDD-93822814B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F46D1A6-6F30-4369-886C-0B9A8E4C5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7512810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99A4833-036F-41C6-B817-DBAF5E3F3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1AA5643-CE71-4F55-8C58-D1337D393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06E3F4D-D0ED-4973-9E9A-D6287B443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5841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F3B291-4439-45D3-BCEE-846EEECB6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A73331-4FF4-49B6-A023-F72C493671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FA3C987-2276-42A0-A1E7-E0606F374A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522F0A1-047D-4CAC-9C15-FF066542E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B2EAEBB-7478-4902-AB86-AE45AA28F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4A46412-6586-483A-ABB0-E712F839F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157214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320C44-3AFF-45CD-9780-0D2FBCA44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793764D-8357-41AF-8664-BADF71EFE1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868CC22-900C-4216-BFAA-893CFBCC43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C52A649-1B04-42E5-84B4-2A037C732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DACB251-B513-433D-A8AC-3FA74F8D4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F7EE6DA-2AE9-4C28-B829-F80EA98E4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461628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022334-2A6B-4387-80FD-70E1F1E0E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B7C5D0A-2D53-4144-B690-6C700F742A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150CEC7-6E44-43BF-A36B-7D08A2F5C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0AE63B3-0B50-4DF9-8F0E-79A5D7184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B1FEAD4-D222-409F-A809-BD5B97867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3230425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E48EF8A-FDFA-4016-9979-C8C5B09F32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8B09383-AF7E-4FF6-9616-02B3620BC3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39486C-99DC-445E-A433-3EDCCFF51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C26F166-1825-4F9D-89FB-66C38CDA1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C0A879-DDC9-44A8-97E4-649A0365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8062570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60303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FEF61E3-6B03-4D97-9D40-123AD24DA5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E890FDA-FD28-4A8A-B706-C94FD7EBBE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2669FFB-6957-46C4-8D4C-4D01D3EE74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1C5E6E-2C9F-4268-909B-20CBB5B5588C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D48623-A6E8-415E-ACB4-18375ECEEE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A5201D0-BBB4-4E9D-A84E-6C0A4FB17F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428379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0B64D2A-B4A2-4991-8631-34442C84D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7B2BE11-2F72-49B2-9898-38081781B5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5DFEC2A-8966-4520-BDC5-D824E43289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EAAC27E-A6AB-47AB-8662-4EC357CAD7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2857CC-AAF6-440B-A91D-E387063E6C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87858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2064" y="204007"/>
            <a:ext cx="10899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澳大利亚现状、</a:t>
            </a:r>
            <a:r>
              <a:rPr kumimoji="0" sz="2000" b="1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规划</a:t>
            </a:r>
            <a:endParaRPr kumimoji="0" sz="2000" b="1" i="0" u="none" strike="noStrike" kern="1200" cap="none" spc="0" normalizeH="0" baseline="0" noProof="0" dirty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12064" y="597828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规模增长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+NON SACC</a:t>
            </a:r>
            <a:r>
              <a:rPr lang="en-US" altLang="zh-CN" dirty="0">
                <a:solidFill>
                  <a:srgbClr val="606060"/>
                </a:solidFill>
                <a:latin typeface="微软雅黑"/>
                <a:ea typeface="微软雅黑"/>
              </a:rPr>
              <a:t> </a:t>
            </a:r>
            <a:r>
              <a:rPr lang="zh-CN" altLang="en-US" dirty="0">
                <a:solidFill>
                  <a:srgbClr val="606060"/>
                </a:solidFill>
                <a:latin typeface="微软雅黑"/>
                <a:ea typeface="微软雅黑"/>
              </a:rPr>
              <a:t>占比 风险维稳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29" name="Rectangle 3">
            <a:extLst>
              <a:ext uri="{FF2B5EF4-FFF2-40B4-BE49-F238E27FC236}">
                <a16:creationId xmlns:a16="http://schemas.microsoft.com/office/drawing/2014/main" id="{3F2EE22E-94BA-4E8D-BCFC-C8D1E970F0C3}"/>
              </a:ext>
            </a:extLst>
          </p:cNvPr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539496" y="3008376"/>
            <a:ext cx="3456432" cy="640080"/>
          </a:xfrm>
          <a:prstGeom prst="rect">
            <a:avLst/>
          </a:prstGeom>
          <a:solidFill>
            <a:srgbClr val="FBFC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9232104" y="1458609"/>
            <a:ext cx="2834639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500" b="1" dirty="0">
                <a:solidFill>
                  <a:srgbClr val="1A232D"/>
                </a:solidFill>
                <a:latin typeface="Microsoft YaHei"/>
              </a:rPr>
              <a:t>模型基建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solidFill>
                <a:srgbClr val="1A232D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9184398" y="1868912"/>
            <a:ext cx="1476755" cy="395493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040" b="0" i="0" u="none" strike="noStrike" kern="1200" cap="none" spc="0" normalizeH="0" baseline="0" noProof="0" dirty="0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分类模型开发</a:t>
            </a:r>
            <a:endParaRPr lang="en-US" altLang="zh-CN" sz="1040" dirty="0">
              <a:solidFill>
                <a:srgbClr val="1A232D"/>
              </a:solidFill>
              <a:latin typeface="Microsoft YaHe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040" b="0" i="0" u="none" strike="noStrike" kern="1200" cap="none" spc="0" normalizeH="0" baseline="0" noProof="0" dirty="0" err="1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知识库</a:t>
            </a:r>
            <a:r>
              <a:rPr kumimoji="0" lang="en-US" sz="1040" b="0" i="0" u="none" strike="noStrike" kern="1200" cap="none" spc="0" normalizeH="0" baseline="0" noProof="0" dirty="0" err="1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AI</a:t>
            </a:r>
            <a:r>
              <a:rPr kumimoji="0" sz="1040" b="0" i="0" u="none" strike="noStrike" kern="1200" cap="none" spc="0" normalizeH="0" baseline="0" noProof="0" dirty="0" err="1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智能体</a:t>
            </a:r>
            <a:r>
              <a:rPr kumimoji="0" lang="en-US" altLang="zh-CN" sz="1040" b="0" i="0" u="none" strike="noStrike" kern="1200" cap="none" spc="0" normalizeH="0" baseline="0" noProof="0" dirty="0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 </a:t>
            </a:r>
            <a:endParaRPr kumimoji="0" sz="1040" b="0" i="0" u="none" strike="noStrike" kern="1200" cap="none" spc="0" normalizeH="0" baseline="0" noProof="0" dirty="0">
              <a:ln>
                <a:noFill/>
              </a:ln>
              <a:solidFill>
                <a:srgbClr val="1A232D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9184398" y="2287111"/>
            <a:ext cx="1476755" cy="196977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040" b="0" i="0" u="none" strike="noStrike" kern="1200" cap="none" spc="0" normalizeH="0" baseline="0" noProof="0" dirty="0" err="1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竞品追踪</a:t>
            </a:r>
            <a:r>
              <a:rPr kumimoji="0" sz="1040" b="0" i="0" u="none" strike="noStrike" kern="1200" cap="none" spc="0" normalizeH="0" baseline="0" noProof="0" dirty="0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 AI </a:t>
            </a:r>
            <a:r>
              <a:rPr kumimoji="0" sz="1040" b="0" i="0" u="none" strike="noStrike" kern="1200" cap="none" spc="0" normalizeH="0" baseline="0" noProof="0" dirty="0" err="1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智能体</a:t>
            </a:r>
            <a:endParaRPr kumimoji="0" sz="1040" b="0" i="0" u="none" strike="noStrike" kern="1200" cap="none" spc="0" normalizeH="0" baseline="0" noProof="0" dirty="0">
              <a:ln>
                <a:noFill/>
              </a:ln>
              <a:solidFill>
                <a:srgbClr val="1A232D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9232104" y="2863813"/>
            <a:ext cx="2834639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投放市场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solidFill>
                <a:srgbClr val="1A232D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9236202" y="3216600"/>
            <a:ext cx="1476755" cy="395493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040" dirty="0">
                <a:solidFill>
                  <a:srgbClr val="1A232D"/>
                </a:solidFill>
                <a:latin typeface="Microsoft YaHei"/>
              </a:rPr>
              <a:t>高价值用户回传包</a:t>
            </a:r>
            <a:endParaRPr kumimoji="0" lang="en-US" sz="1040" b="0" i="0" u="none" strike="noStrike" kern="1200" cap="none" spc="0" normalizeH="0" baseline="0" noProof="0" dirty="0">
              <a:ln>
                <a:noFill/>
              </a:ln>
              <a:solidFill>
                <a:srgbClr val="1A232D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040" b="0" i="0" u="none" strike="noStrike" kern="1200" cap="none" spc="0" normalizeH="0" baseline="0" noProof="0" dirty="0" err="1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投放归因追踪监控</a:t>
            </a:r>
            <a:endParaRPr kumimoji="0" sz="1040" b="0" i="0" u="none" strike="noStrike" kern="1200" cap="none" spc="0" normalizeH="0" baseline="0" noProof="0" dirty="0">
              <a:ln>
                <a:noFill/>
              </a:ln>
              <a:solidFill>
                <a:srgbClr val="1A232D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9237195" y="3639667"/>
            <a:ext cx="1476755" cy="196977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040" b="0" i="0" u="none" strike="noStrike" kern="1200" cap="none" spc="0" normalizeH="0" baseline="0" noProof="0" dirty="0" err="1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预算分配决策工具</a:t>
            </a:r>
            <a:endParaRPr kumimoji="0" sz="1040" b="0" i="0" u="none" strike="noStrike" kern="1200" cap="none" spc="0" normalizeH="0" baseline="0" noProof="0" dirty="0">
              <a:ln>
                <a:noFill/>
              </a:ln>
              <a:solidFill>
                <a:srgbClr val="1A232D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9232104" y="4424439"/>
            <a:ext cx="2834639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风险管理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solidFill>
                <a:srgbClr val="1A232D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9236202" y="4798287"/>
            <a:ext cx="2175510" cy="395493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040" b="0" i="0" u="none" strike="noStrike" kern="1200" cap="none" spc="0" normalizeH="0" baseline="0" noProof="0" dirty="0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PD </a:t>
            </a:r>
            <a:r>
              <a:rPr kumimoji="0" sz="1040" b="0" i="0" u="none" strike="noStrike" kern="1200" cap="none" spc="0" normalizeH="0" baseline="0" noProof="0" dirty="0" err="1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模型迭代</a:t>
            </a:r>
            <a:endParaRPr lang="en-US" sz="1040" dirty="0">
              <a:solidFill>
                <a:srgbClr val="1A232D"/>
              </a:solidFill>
              <a:latin typeface="Microsoft YaHe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040" b="0" i="0" u="none" strike="noStrike" kern="1200" cap="none" spc="0" normalizeH="0" baseline="0" noProof="0" dirty="0" err="1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贷中银行流水的查询</a:t>
            </a:r>
            <a:endParaRPr kumimoji="0" sz="1040" b="0" i="0" u="none" strike="noStrike" kern="1200" cap="none" spc="0" normalizeH="0" baseline="0" noProof="0" dirty="0">
              <a:ln>
                <a:noFill/>
              </a:ln>
              <a:solidFill>
                <a:srgbClr val="1A232D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9236202" y="5495999"/>
            <a:ext cx="2046699" cy="196977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040" b="0" i="0" u="none" strike="noStrike" kern="1200" cap="none" spc="0" normalizeH="0" baseline="0" noProof="0" dirty="0" err="1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风险</a:t>
            </a:r>
            <a:r>
              <a:rPr kumimoji="0" sz="1040" b="0" i="0" u="none" strike="noStrike" kern="1200" cap="none" spc="0" normalizeH="0" baseline="0" noProof="0" dirty="0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 × </a:t>
            </a:r>
            <a:r>
              <a:rPr kumimoji="0" sz="1040" b="0" i="0" u="none" strike="noStrike" kern="1200" cap="none" spc="0" normalizeH="0" baseline="0" noProof="0" dirty="0" err="1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价值联合额度策略</a:t>
            </a:r>
            <a:endParaRPr kumimoji="0" sz="1040" b="0" i="0" u="none" strike="noStrike" kern="1200" cap="none" spc="0" normalizeH="0" baseline="0" noProof="0" dirty="0">
              <a:ln>
                <a:noFill/>
              </a:ln>
              <a:solidFill>
                <a:srgbClr val="1A232D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5AB3E199-8D58-44FD-B9F3-8A2A282D786C}"/>
              </a:ext>
            </a:extLst>
          </p:cNvPr>
          <p:cNvSpPr txBox="1"/>
          <p:nvPr/>
        </p:nvSpPr>
        <p:spPr>
          <a:xfrm>
            <a:off x="9078204" y="2522828"/>
            <a:ext cx="1492857" cy="2523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zh-CN" altLang="en-US" sz="1040" dirty="0">
                <a:solidFill>
                  <a:srgbClr val="1A232D"/>
                </a:solidFill>
                <a:latin typeface="Microsoft YaHei"/>
              </a:rPr>
              <a:t>贷中银行流水的查询</a:t>
            </a:r>
          </a:p>
        </p:txBody>
      </p:sp>
      <p:sp>
        <p:nvSpPr>
          <p:cNvPr id="81" name="TextBox 41">
            <a:extLst>
              <a:ext uri="{FF2B5EF4-FFF2-40B4-BE49-F238E27FC236}">
                <a16:creationId xmlns:a16="http://schemas.microsoft.com/office/drawing/2014/main" id="{ACDC85F0-58BB-4524-A88E-38108B1B486E}"/>
              </a:ext>
            </a:extLst>
          </p:cNvPr>
          <p:cNvSpPr txBox="1"/>
          <p:nvPr/>
        </p:nvSpPr>
        <p:spPr>
          <a:xfrm>
            <a:off x="539497" y="1283435"/>
            <a:ext cx="947398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模型现状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solidFill>
                <a:srgbClr val="1A232D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82" name="TextBox 41">
            <a:extLst>
              <a:ext uri="{FF2B5EF4-FFF2-40B4-BE49-F238E27FC236}">
                <a16:creationId xmlns:a16="http://schemas.microsoft.com/office/drawing/2014/main" id="{65BE194D-B781-4E44-B84A-C7A4B86C2085}"/>
              </a:ext>
            </a:extLst>
          </p:cNvPr>
          <p:cNvSpPr txBox="1"/>
          <p:nvPr/>
        </p:nvSpPr>
        <p:spPr>
          <a:xfrm>
            <a:off x="8877234" y="1073366"/>
            <a:ext cx="947398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模型规划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solidFill>
                <a:srgbClr val="1A232D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86905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49</Words>
  <Application>Microsoft Office PowerPoint</Application>
  <PresentationFormat>宽屏</PresentationFormat>
  <Paragraphs>17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Microsoft YaHei</vt:lpstr>
      <vt:lpstr>Microsoft YaHei</vt:lpstr>
      <vt:lpstr>等线</vt:lpstr>
      <vt:lpstr>等线 Light</vt:lpstr>
      <vt:lpstr>Arial</vt:lpstr>
      <vt:lpstr>Office 主题​​</vt:lpstr>
      <vt:lpstr>1_Office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昱良</dc:creator>
  <cp:lastModifiedBy>昱良</cp:lastModifiedBy>
  <cp:revision>20</cp:revision>
  <dcterms:created xsi:type="dcterms:W3CDTF">2026-08-31T05:45:54Z</dcterms:created>
  <dcterms:modified xsi:type="dcterms:W3CDTF">2026-08-31T09:45:37Z</dcterms:modified>
</cp:coreProperties>
</file>