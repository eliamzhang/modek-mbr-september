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1" r:id="rId1"/>
  </p:sldMasterIdLst>
  <p:notesMasterIdLst>
    <p:notesMasterId r:id="rId4"/>
  </p:notesMasterIdLst>
  <p:sldIdLst>
    <p:sldId id="2701" r:id="rId2"/>
    <p:sldId id="269" r:id="rId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模型基本盘及汇总" id="{C6715D47-869E-44D0-B78F-B43D1D3129E5}">
          <p14:sldIdLst>
            <p14:sldId id="2701"/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李远状" initials="李远状" lastIdx="11" clrIdx="0">
    <p:extLst>
      <p:ext uri="{19B8F6BF-5375-455C-9EA6-DF929625EA0E}">
        <p15:presenceInfo xmlns:p15="http://schemas.microsoft.com/office/powerpoint/2012/main" userId="S::liyuanzhuang@xinye.com::db9f9e9b-a157-475d-a894-1fe03fbdbde7" providerId="AD"/>
      </p:ext>
    </p:extLst>
  </p:cmAuthor>
  <p:cmAuthor id="2" name="张陈斌" initials="张陈斌" lastIdx="8" clrIdx="1">
    <p:extLst>
      <p:ext uri="{19B8F6BF-5375-455C-9EA6-DF929625EA0E}">
        <p15:presenceInfo xmlns:p15="http://schemas.microsoft.com/office/powerpoint/2012/main" userId="S-1-5-21-3445162623-3638367897-1248422002-132265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F4E79"/>
    <a:srgbClr val="D6A000"/>
    <a:srgbClr val="E3EBF4"/>
    <a:srgbClr val="4D6688"/>
    <a:srgbClr val="FFF4DE"/>
    <a:srgbClr val="CF3E50"/>
    <a:srgbClr val="526B8C"/>
    <a:srgbClr val="FFFFFF"/>
    <a:srgbClr val="183F7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52" d="100"/>
          <a:sy n="152" d="100"/>
        </p:scale>
        <p:origin x="618" y="15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commentAuthors" Target="commentAuthors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987E84-919A-4E68-92C1-3D5B3E32CEA5}" type="datetimeFigureOut">
              <a:rPr lang="zh-CN" altLang="en-US" smtClean="0"/>
              <a:t>2026/8/27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02BEC5A-A40F-4930-BA30-B74E54E9FBC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0893698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Прямоугольник 24"/>
          <p:cNvSpPr/>
          <p:nvPr userDrawn="1"/>
        </p:nvSpPr>
        <p:spPr>
          <a:xfrm>
            <a:off x="1" y="0"/>
            <a:ext cx="12191999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微软雅黑" panose="020B0503020204020204" pitchFamily="34" charset="-122"/>
            </a:endParaRPr>
          </a:p>
        </p:txBody>
      </p:sp>
      <p:pic>
        <p:nvPicPr>
          <p:cNvPr id="9" name="图片 8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56227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矩形 4"/>
          <p:cNvSpPr/>
          <p:nvPr userDrawn="1"/>
        </p:nvSpPr>
        <p:spPr>
          <a:xfrm>
            <a:off x="0" y="0"/>
            <a:ext cx="239045" cy="367749"/>
          </a:xfrm>
          <a:custGeom>
            <a:avLst/>
            <a:gdLst>
              <a:gd name="connsiteX0" fmla="*/ 0 w 239045"/>
              <a:gd name="connsiteY0" fmla="*/ 0 h 360000"/>
              <a:gd name="connsiteX1" fmla="*/ 239045 w 239045"/>
              <a:gd name="connsiteY1" fmla="*/ 0 h 360000"/>
              <a:gd name="connsiteX2" fmla="*/ 239045 w 239045"/>
              <a:gd name="connsiteY2" fmla="*/ 360000 h 360000"/>
              <a:gd name="connsiteX3" fmla="*/ 0 w 239045"/>
              <a:gd name="connsiteY3" fmla="*/ 360000 h 360000"/>
              <a:gd name="connsiteX4" fmla="*/ 0 w 239045"/>
              <a:gd name="connsiteY4" fmla="*/ 0 h 360000"/>
              <a:gd name="connsiteX0-1" fmla="*/ 0 w 239045"/>
              <a:gd name="connsiteY0-2" fmla="*/ 0 h 367749"/>
              <a:gd name="connsiteX1-3" fmla="*/ 239045 w 239045"/>
              <a:gd name="connsiteY1-4" fmla="*/ 0 h 367749"/>
              <a:gd name="connsiteX2-5" fmla="*/ 122808 w 239045"/>
              <a:gd name="connsiteY2-6" fmla="*/ 367749 h 367749"/>
              <a:gd name="connsiteX3-7" fmla="*/ 0 w 239045"/>
              <a:gd name="connsiteY3-8" fmla="*/ 360000 h 367749"/>
              <a:gd name="connsiteX4-9" fmla="*/ 0 w 239045"/>
              <a:gd name="connsiteY4-10" fmla="*/ 0 h 367749"/>
            </a:gdLst>
            <a:ahLst/>
            <a:cxnLst>
              <a:cxn ang="0">
                <a:pos x="connsiteX0-1" y="connsiteY0-2"/>
              </a:cxn>
              <a:cxn ang="0">
                <a:pos x="connsiteX1-3" y="connsiteY1-4"/>
              </a:cxn>
              <a:cxn ang="0">
                <a:pos x="connsiteX2-5" y="connsiteY2-6"/>
              </a:cxn>
              <a:cxn ang="0">
                <a:pos x="connsiteX3-7" y="connsiteY3-8"/>
              </a:cxn>
              <a:cxn ang="0">
                <a:pos x="connsiteX4-9" y="connsiteY4-10"/>
              </a:cxn>
            </a:cxnLst>
            <a:rect l="l" t="t" r="r" b="b"/>
            <a:pathLst>
              <a:path w="239045" h="367749">
                <a:moveTo>
                  <a:pt x="0" y="0"/>
                </a:moveTo>
                <a:lnTo>
                  <a:pt x="239045" y="0"/>
                </a:lnTo>
                <a:lnTo>
                  <a:pt x="122808" y="367749"/>
                </a:lnTo>
                <a:lnTo>
                  <a:pt x="0" y="360000"/>
                </a:lnTo>
                <a:lnTo>
                  <a:pt x="0" y="0"/>
                </a:lnTo>
                <a:close/>
              </a:path>
            </a:pathLst>
          </a:cu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7" name="图片 6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34142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05455C4-DFF3-49B3-A21F-FE65974F3D07}"/>
              </a:ext>
            </a:extLst>
          </p:cNvPr>
          <p:cNvSpPr/>
          <p:nvPr userDrawn="1"/>
        </p:nvSpPr>
        <p:spPr>
          <a:xfrm>
            <a:off x="284672" y="627089"/>
            <a:ext cx="129017" cy="369332"/>
          </a:xfrm>
          <a:prstGeom prst="rect">
            <a:avLst/>
          </a:prstGeom>
          <a:solidFill>
            <a:srgbClr val="57647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8331513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自定义版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>
            <a:extLst>
              <a:ext uri="{FF2B5EF4-FFF2-40B4-BE49-F238E27FC236}">
                <a16:creationId xmlns:a16="http://schemas.microsoft.com/office/drawing/2014/main" id="{E7AD42BD-1FBD-44F7-9A13-C1B5CA8D05F7}"/>
              </a:ext>
            </a:extLst>
          </p:cNvPr>
          <p:cNvSpPr/>
          <p:nvPr userDrawn="1"/>
        </p:nvSpPr>
        <p:spPr>
          <a:xfrm>
            <a:off x="284672" y="204548"/>
            <a:ext cx="129692" cy="369332"/>
          </a:xfrm>
          <a:prstGeom prst="rect">
            <a:avLst/>
          </a:prstGeom>
          <a:solidFill>
            <a:srgbClr val="C93B4A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6" name="文本框 5">
            <a:extLst>
              <a:ext uri="{FF2B5EF4-FFF2-40B4-BE49-F238E27FC236}">
                <a16:creationId xmlns:a16="http://schemas.microsoft.com/office/drawing/2014/main" id="{28637A9E-CBFD-49AA-A280-5A41FC63490E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9FD0922C-CCA6-4F43-A0D1-C4E56DE4F58F}"/>
              </a:ext>
            </a:extLst>
          </p:cNvPr>
          <p:cNvSpPr txBox="1"/>
          <p:nvPr userDrawn="1"/>
        </p:nvSpPr>
        <p:spPr>
          <a:xfrm>
            <a:off x="914400" y="8686800"/>
            <a:ext cx="430458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zh-CN" altLang="en-US">
              <a:latin typeface="微软雅黑" panose="020B0503020204020204" pitchFamily="34" charset="-122"/>
              <a:ea typeface="微软雅黑" panose="020B0503020204020204" pitchFamily="34" charset="-122"/>
            </a:endParaRPr>
          </a:p>
        </p:txBody>
      </p:sp>
      <p:pic>
        <p:nvPicPr>
          <p:cNvPr id="11" name="图片 10">
            <a:extLst>
              <a:ext uri="{FF2B5EF4-FFF2-40B4-BE49-F238E27FC236}">
                <a16:creationId xmlns:a16="http://schemas.microsoft.com/office/drawing/2014/main" id="{60D58DD0-4F1D-47D9-A6E6-4433202EB99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195922"/>
            <a:ext cx="660090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51357137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空白-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图片 3"/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160000" y="249131"/>
            <a:ext cx="660090" cy="421200"/>
          </a:xfrm>
          <a:prstGeom prst="rect">
            <a:avLst/>
          </a:prstGeom>
        </p:spPr>
      </p:pic>
      <p:sp>
        <p:nvSpPr>
          <p:cNvPr id="6" name="Прямоугольник 24"/>
          <p:cNvSpPr/>
          <p:nvPr userDrawn="1"/>
        </p:nvSpPr>
        <p:spPr>
          <a:xfrm>
            <a:off x="1" y="0"/>
            <a:ext cx="12192000" cy="6858000"/>
          </a:xfrm>
          <a:prstGeom prst="rect">
            <a:avLst/>
          </a:prstGeom>
          <a:solidFill>
            <a:srgbClr val="555E6B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latin typeface="微软雅黑" panose="020B0503020204020204" pitchFamily="34" charset="-122"/>
            </a:endParaRPr>
          </a:p>
        </p:txBody>
      </p:sp>
      <p:pic>
        <p:nvPicPr>
          <p:cNvPr id="11" name="图片 10"/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1160000" y="259745"/>
            <a:ext cx="649062" cy="421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271641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4B68A51D-33DD-5B4A-A86B-549782FCD6DF}" type="datetimeFigureOut">
              <a:rPr kumimoji="1" lang="zh-CN" altLang="en-US" smtClean="0"/>
              <a:pPr/>
              <a:t>2026/8/27</a:t>
            </a:fld>
            <a:endParaRPr kumimoji="1"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endParaRPr kumimoji="1"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微软雅黑" panose="020B0503020204020204" pitchFamily="34" charset="-122"/>
                <a:ea typeface="微软雅黑" panose="020B0503020204020204" pitchFamily="34" charset="-122"/>
              </a:defRPr>
            </a:lvl1pPr>
          </a:lstStyle>
          <a:p>
            <a:fld id="{3DA5CA41-69F7-7948-A690-E401A3852CA3}" type="slidenum">
              <a:rPr kumimoji="1" lang="zh-CN" altLang="en-US" smtClean="0"/>
              <a:pPr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41226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2" r:id="rId1"/>
    <p:sldLayoutId id="2147483664" r:id="rId2"/>
    <p:sldLayoutId id="2147483665" r:id="rId3"/>
    <p:sldLayoutId id="2147483674" r:id="rId4"/>
    <p:sldLayoutId id="2147483666" r:id="rId5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微软雅黑" panose="020B0503020204020204" pitchFamily="34" charset="-122"/>
          <a:ea typeface="微软雅黑" panose="020B0503020204020204" pitchFamily="34" charset="-122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6065516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">
            <a:extLst>
              <a:ext uri="{FF2B5EF4-FFF2-40B4-BE49-F238E27FC236}">
                <a16:creationId xmlns:a16="http://schemas.microsoft.com/office/drawing/2014/main" id="{8355AB41-3856-43D4-91F4-2CF8E6943019}"/>
              </a:ext>
            </a:extLst>
          </p:cNvPr>
          <p:cNvSpPr txBox="1"/>
          <p:nvPr/>
        </p:nvSpPr>
        <p:spPr>
          <a:xfrm>
            <a:off x="603504" y="210312"/>
            <a:ext cx="8887968" cy="356616"/>
          </a:xfrm>
          <a:prstGeom prst="rect">
            <a:avLst/>
          </a:prstGeom>
          <a:noFill/>
          <a:ln>
            <a:noFill/>
          </a:ln>
        </p:spPr>
        <p:txBody>
          <a:bodyPr wrap="non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3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zh-CN" altLang="en-US" sz="2000" b="1" noProof="1">
                <a:solidFill>
                  <a:srgbClr val="0A0A0A"/>
                </a:solidFill>
                <a:latin typeface="微软雅黑"/>
                <a:ea typeface="微软雅黑"/>
              </a:rPr>
              <a:t>业务模型基本盘情况</a:t>
            </a:r>
            <a:endParaRPr lang="en-US" altLang="zh-CN" sz="2000" b="1" noProof="1">
              <a:solidFill>
                <a:srgbClr val="0A0A0A"/>
              </a:solidFill>
              <a:latin typeface="微软雅黑"/>
              <a:ea typeface="微软雅黑"/>
            </a:endParaRPr>
          </a:p>
        </p:txBody>
      </p:sp>
    </p:spTree>
    <p:extLst>
      <p:ext uri="{BB962C8B-B14F-4D97-AF65-F5344CB8AC3E}">
        <p14:creationId xmlns:p14="http://schemas.microsoft.com/office/powerpoint/2010/main" val="93278626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微软雅黑"/>
        <a:ea typeface="微软雅黑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微软雅黑"/>
        <a:ea typeface="微软雅黑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759</TotalTime>
  <Words>5</Words>
  <Application>Microsoft Office PowerPoint</Application>
  <PresentationFormat>宽屏</PresentationFormat>
  <Paragraphs>1</Paragraphs>
  <Slides>2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</vt:i4>
      </vt:variant>
    </vt:vector>
  </HeadingPairs>
  <TitlesOfParts>
    <vt:vector size="6" baseType="lpstr">
      <vt:lpstr>微软雅黑</vt:lpstr>
      <vt:lpstr>等线</vt:lpstr>
      <vt:lpstr>Arial</vt:lpstr>
      <vt:lpstr>Office 主题​​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张昱良-Eliam</dc:creator>
  <cp:lastModifiedBy>昱良</cp:lastModifiedBy>
  <cp:revision>13</cp:revision>
  <dcterms:created xsi:type="dcterms:W3CDTF">2026-08-11T03:11:10Z</dcterms:created>
  <dcterms:modified xsi:type="dcterms:W3CDTF">2026-08-27T07:37:49Z</dcterms:modified>
</cp:coreProperties>
</file>