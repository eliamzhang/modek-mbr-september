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体系规划:四项目标,四大领域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规模、结构、质量、效率四项目标并重;数据基建、投放、运营、风险四大领域共享同一分层体系。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提升转化率与投放 ROI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以 LTV 统筹获客、额度、定价、权益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四项目标统领全局——数据基建打底,投放、运营、风险四大领域在统一数据与分层体系上协同建设。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2026-08-30T08:56:56Z</dcterms:modified>
</cp:coreProperties>
</file>