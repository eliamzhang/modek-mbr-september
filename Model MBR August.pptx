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默认节" id="{FA382578-AE29-457B-AC8F-BA47EF07C7A1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15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502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3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2307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4632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163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49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417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291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652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8519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88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86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体系规划:四项目标,四大领域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规模、结构、质量、效率四项目标并重;数据基建、投放、运营、风险四大领域共享同一分层体系。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提升转化率与投放 ROI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以 LTV 统筹获客、额度、定价、权益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四项目标统领全局——数据基建打底,投放、运营、风险四大领域在统一数据与分层体系上协同建设。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额度在先、利息收入在后；但同等额度能否转化为收入，取决于客户的收入、现金流与履约能力——模型识别的是客户本身的价值潜力。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利息收入 ≈ 在贷余额 × 利率 × 用款时长，与额度机械关联；「高额度 = 高价值」的质疑仅凭论证无法排除。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决定性检验——同额度分层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 6 个申请金额区间全部单调（5000+ 档：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）；逾期率 4 个总额度区间首尾方向全部随价值变差上升（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）；盈余 1,334→84、支出 7,902→3,566 同样单调。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局限披露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总额度 2,500+ 区间暂无足够放款表现样本（高额度申请基本被拒），逾期维度暂不能验证；申请金额维度在该区间仍保持收入单调，不影响结论方向。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529584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价值分箱的平均收入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" y="3785615"/>
          <a:ext cx="10899648" cy="1828800"/>
        </p:xfrm>
        <a:graphic>
          <a:graphicData uri="http://schemas.openxmlformats.org/drawingml/2006/table">
            <a:tbl>
              <a:tblPr/>
              <a:tblGrid>
                <a:gridCol w="1389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画像：价值看职业现金流，风险看行为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价值由收入与职业现金流决定，风险由支出、赌博与波动等行为特征决定——价值好 ≠ 风险好。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入模变量（17 个银行流水特征、六类）：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收入能力（工资收入、收入均值）、现金流活跃度（借方金额均值 / 频率）、余额稳定性（余额变异系数）、负债行为（BNPL 还款、贷款还款笔数）、转账行为（转账簇占比）、支出结构（保险支出、债务客单价）；Top 3 重要度均为收入与现金流特征、合计 51%。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78308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12064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收入与现金流（价值1/2档 vs 4/5档）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工资收入 41,139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11,130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（近4倍）；总收入 140,807 vs 59,771；工资入账 20.5 vs 10.6 次；主行业入账 40,916 vs 16,067；行业识别缺失率 3.5% vs 30.7%；Centrelink 2.1% vs 14.6%（价值5档 32.9%）；发薪周期标准差 2.72 vs 3.79。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862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支出、盈余与负债反证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总支出 139,715 vs 58,603、可支配盈余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1,334 vs 84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（差人群支出占收入近九成）；信贷还款 20,439 vs 5,963、29.4 vs 13.5 次——差人群信贷活动规模反而更小，不支持「价值差 = 负债更重 / 多头更多」。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5935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家庭与渠道（结构性差异，不作因果解读）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couple 家庭 43.8% vs 29.1%；Lead Partner 19.3% vs 11.6%、Owned Channels 11.8% vs 7.9%；差人群 Google 57.4%、Organic 21.5% 占比更高；平均年龄 37.6 vs 35.3。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42432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70448" y="1783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 ≠ 风险的证据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工资收入随价值变差下降（41,139 → 11,130），随风险变差反而上升（风险好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20,922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风险差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30,752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）——两个模型看的是不同的东西。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2633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70448" y="260604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价值好但风险差（收入端强、行为端弱）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191,383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，高于「价值好且风险好」的 96,943；总支出 193,711、收支几乎打平；赌博支出占比 5.2% vs 2.5%（金额 7,416 vs 2,398）；余额异常天数 5.13 vs 3.82；收入波动 CV 2.10 vs 1.83。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2" y="3776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70448" y="3749039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价值差但风险好（低收入但克制保守）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8,750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，Centrelink 占比 22.1%；总支出 43,062，明显低于「价值差且风险差」的 75,496；赌博占比 1.3%、余额波动 478；还款活动反而更活跃（还款金额 7,582 vs 4,133，次数 15.9 vs 10.8）。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507492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表4：入模变量重要度 Top10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12064" y="5330952"/>
          <a:ext cx="5394960" cy="150876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99632" y="533095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注：Top 3 均为收入与现金流特征（合计 51%），第 4–10 名为负债与支出类，与「价值看收入端、风险看行为端」的核心观点一致。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两类错配人群应单独观察其真实逾期率、额度使用率与复贷表现后再定策略，不宜仅按价值或风险单边处置。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1894</Words>
  <Application>Microsoft Office PowerPoint</Application>
  <PresentationFormat>宽屏</PresentationFormat>
  <Paragraphs>332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微软雅黑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1</cp:revision>
  <dcterms:created xsi:type="dcterms:W3CDTF">2026-08-31T03:24:07Z</dcterms:created>
  <dcterms:modified xsi:type="dcterms:W3CDTF">2026-08-31T03:24:32Z</dcterms:modified>
</cp:coreProperties>
</file>